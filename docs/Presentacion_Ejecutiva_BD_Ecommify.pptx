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73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HÍBRIDA DE BASE DE DATOS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Ecommify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Conceptual y Lógico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e-commerce multivendedor de productos tecnológicos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8046720" cy="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Ricardo Grandas Cárdenas  ·  Danilo Andrés Cortés Saavedra  ·  Edisson Steven Bustos Galeano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La Sabana  ·  Maestría en Arquitectura de Software  ·  Mayo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46888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2062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6072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M0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99.441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96.096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(customers)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32.951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949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112.650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Ítems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(order_items)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E-commerce multivendedor de productos tecnológicos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Dataset: Brazilian E-commerce (Olist) en Kaggle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tablas CSV relacionadas (2016-2018)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Arquitectura Políglota Híbrida seleccionada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Ricardo Grandas Cárdenas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técnico de bases de datos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Danilo Andrés Cortés Saavedra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Diseñador NoSQL y analítica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Edisson Steven Bustos Galeano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e integración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Híbrida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Supabase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TRANSACCIONAL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(ACID — C+P)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(96k)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(99k) — Particionado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Items (112k)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Payments (103k)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(3k)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 (TSTZRANGE)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solidFill>
            <a:srgbClr val="EAFAF1"/>
          </a:solidFill>
          <a:ln w="1905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Atlas M0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ANALÍTICO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 — A+P)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2860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120640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products_catalog (esquema flexible)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(texto libre + metadata)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01752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120640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user_behavior (TTL 30 días)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38328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12064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analytics_snapshots (métricas)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2651760"/>
            <a:ext cx="64008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25196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24528" y="29718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33672" y="3218688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Entidad-Relación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customer_email (UNIQUE)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shipping_address (composite)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(PK)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(FK)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order_status (CHECK)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13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order_purchase_timestamp (PARTITION)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53619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0936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(PK,FK)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order_item_id (PK)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(FK)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313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item_total_value (GENERATED)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21792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OrderPayment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45643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30936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(FK)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payment_type (CHECK)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payment_value (CHECK&gt;0)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27432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5643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6576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seller_id (PK)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notification_emails (TEXT[])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business_hours (JSONB)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(PG)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45643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29184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(PK)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specifications (JSONB)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 (TEXT[])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2336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mongo_product_id (bridge)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Figura 1 en INVESTIGACION_con_diagramas.docx para el diagrama ER visual completo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 Avanzados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products.specifications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{"ram_gb":16,"processor":"i7"}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TEXT[]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products.photos / tags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{"url1.jpg","url2.jpg","laptop"}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TSTZRANGE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promotions.promotion_period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NOW() &lt;@ '[2025-06,2025-07)'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37360" y="3108960"/>
            <a:ext cx="2743200" cy="1645920"/>
          </a:xfrm>
          <a:prstGeom prst="rect">
            <a:avLst/>
          </a:prstGeom>
          <a:solidFill>
            <a:srgbClr val="FCE4EC"/>
          </a:solidFill>
          <a:ln w="127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737360" y="3108960"/>
            <a:ext cx="2743200" cy="3657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737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address_type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customers.shipping_address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83080" y="38404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82880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(calle,ciudad,estado,zip,país)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4407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274320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sellers.business_hours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8404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75488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{"monday":"9-18","sat":"9-13"}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4407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pg_trgm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productos tolerante a errores tipográficos. "samsumg" → "samsung". Índice GIN.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pgcrypto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bcrypt para contraseñas. Cifrado de datos sensibles de pago con gen_random_uuid().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uuid-ossp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para IDs distribuidos. Evita colisiones entre servicios en arquitectura distribuida.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btree_gin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compuestos eficientes en columnas JSONB y TEXT[]. Mejora queries de specifications.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2651760" cy="8686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Evaluar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distancia vendedor-cliente para costos de envío. Dataset Olist tiene lat/lng.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3383280"/>
            <a:ext cx="265176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7947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pg_stat_statements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 queries lentas. Detectar N+1 queries y optimizar en producción.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63607" y="3383280"/>
            <a:ext cx="2406433" cy="868680"/>
          </a:xfrm>
          <a:prstGeom prst="rect">
            <a:avLst/>
          </a:prstGeom>
          <a:solidFill>
            <a:srgbClr val="FFEBEE"/>
          </a:solidFill>
          <a:ln w="1016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7665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hstore </a:t>
            </a: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Descartar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cubierta por JSONB con mejor soporte de tipos, operadores e indexación.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Particionamiento y Vistas Materializadas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orders — PARTITION BY RANGE (order_purchase_timestamp)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846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2016-2017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527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Fría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8463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93852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Tibia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8463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3500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Tibia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8463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27614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7614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Caliente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846320" cy="347472"/>
          </a:xfrm>
          <a:prstGeom prst="rect">
            <a:avLst/>
          </a:prstGeom>
          <a:solidFill>
            <a:srgbClr val="FFCCB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1729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1729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Caliente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846320" cy="347472"/>
          </a:xfrm>
          <a:prstGeom prst="rect">
            <a:avLst/>
          </a:prstGeom>
          <a:solidFill>
            <a:srgbClr val="FFCCB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(DEFAULT)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84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Activa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Materializadas para OLAP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1508760"/>
            <a:ext cx="3383280" cy="1737360"/>
          </a:xfrm>
          <a:prstGeom prst="rect">
            <a:avLst/>
          </a:prstGeom>
          <a:solidFill>
            <a:srgbClr val="E3F2FD"/>
          </a:solidFill>
          <a:ln w="1016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486400" y="1508760"/>
            <a:ext cx="338328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5321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mv_sales_by_category_monthly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19202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categoría y 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domingo 2am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3429000"/>
            <a:ext cx="3383280" cy="1633654"/>
          </a:xfrm>
          <a:prstGeom prst="rect">
            <a:avLst/>
          </a:prstGeom>
          <a:solidFill>
            <a:srgbClr val="E8F5E9"/>
          </a:solidFill>
          <a:ln w="1016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5486400" y="3429000"/>
            <a:ext cx="338328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5321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mv_customer_segments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RFM: VIP, Regular,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Occasional, New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domingo 2:30am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32"/>
          </a:solidFill>
          <a:ln w="12700">
            <a:solidFill>
              <a:srgbClr val="1A52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MongoDB — Módulo Analítico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657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products catalog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flexible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categoría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828800" cy="0"/>
          </a:xfrm>
          <a:prstGeom prst="line">
            <a:avLst/>
          </a:prstGeom>
          <a:noFill/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specifications{}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fotos[]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avg_rating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828800" cy="0"/>
          </a:xfrm>
          <a:prstGeom prst="line">
            <a:avLst/>
          </a:prstGeom>
          <a:noFill/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category+price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1143000"/>
            <a:ext cx="2011680" cy="365760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reviews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con texto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y metadata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2148840"/>
            <a:ext cx="182880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51460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title+comment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seller_response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3474720"/>
            <a:ext cx="182880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51460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product_id+score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201168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user behavior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TTL 30d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1828800" cy="0"/>
          </a:xfrm>
          <a:prstGeom prst="line">
            <a:avLst/>
          </a:prstGeom>
          <a:noFill/>
          <a:ln w="63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0916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916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(TTL)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1828800" cy="0"/>
          </a:xfrm>
          <a:prstGeom prst="line">
            <a:avLst/>
          </a:prstGeom>
          <a:noFill/>
          <a:ln w="63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70916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30 días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customer+event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0" y="1143000"/>
            <a:ext cx="2011680" cy="36576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858000" y="1143000"/>
            <a:ext cx="201168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85800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analytics snapshots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mensuales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precalculadas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2148840"/>
            <a:ext cx="1828800" cy="0"/>
          </a:xfrm>
          <a:prstGeom prst="line">
            <a:avLst/>
          </a:prstGeom>
          <a:noFill/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9037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0372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(YYYY-MM)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sales_metrics{}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delivery_metrics{}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review_metrics{}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49440" y="3474720"/>
            <a:ext cx="1828800" cy="0"/>
          </a:xfrm>
          <a:prstGeom prst="line">
            <a:avLst/>
          </a:prstGeom>
          <a:noFill/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9037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period+type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CAP y Matriz de Decisiones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5943600" cy="3962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5943600" cy="228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Pedidos (orders)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negativo inaceptable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56232"/>
          <a:ext cx="5943600" cy="228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Pagos (payments)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financiero = pérdida directa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95144"/>
          <a:ext cx="5943600" cy="3657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(customers)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Integridad referencial crítica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34056"/>
          <a:ext cx="5943600" cy="3657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 (products)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Sobreventa genera pérdidas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72968"/>
          <a:ext cx="5943600" cy="228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 (catalog)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desact. 5min tolerable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11880"/>
          <a:ext cx="5943600" cy="228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Reseñas (reviews)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Demora en aparecer tolerable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50792"/>
          <a:ext cx="5943600" cy="228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Comportamiento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no críticos; TTL 30d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89704"/>
          <a:ext cx="5943600" cy="3657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Snapshots analíticos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con datos semanales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 Operativo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0020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ANALYZE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41732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3:00 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order_items,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order_payments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160020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01168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MVs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057400"/>
            <a:ext cx="1417320" cy="274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10312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Domingo 2:00 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mv_sales_by_category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mv_customer_segments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143000"/>
            <a:ext cx="1600200" cy="2103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4904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Partición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057400"/>
            <a:ext cx="141732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4048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 del 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partición 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siguiente en orders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143000"/>
            <a:ext cx="1600200" cy="2103120"/>
          </a:xfrm>
          <a:prstGeom prst="rect">
            <a:avLst/>
          </a:prstGeom>
          <a:solidFill>
            <a:srgbClr val="FCE4EC"/>
          </a:solidFill>
          <a:ln w="12700">
            <a:solidFill>
              <a:srgbClr val="922B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8640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REINDEX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057400"/>
            <a:ext cx="141732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57784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críticos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0" y="1143000"/>
            <a:ext cx="1600200" cy="21031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22376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MongoDB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2057400"/>
            <a:ext cx="141732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31520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948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user_behavior: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&gt; 30 días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Monitoreo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37033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OLTP (PostgreSQL): </a:t>
            </a: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ratio &gt; 99% · conexiones activas &lt; 60 · top queries lentas (pg_stat_statements) · tamaño particiones  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OLAP (MongoDB): </a:t>
            </a: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antigüedad del último refresh de MVs · uso de índices en Atlas · tamaño colección user_behavior (TTL estabiliza)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Plan de Escalamiento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1161288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Supabase free: 500 MB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46120" y="1161288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Dataset Olist cabe holgadamente (&lt;100 MB). Si supera 400 MB: upgrade a Pro ($25/mes) o limpiar geolocation (1M filas = ~80 MB).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" y="186537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892808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8680" y="1911096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Atlas M0: 512 MB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892808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46120" y="1911096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4 colecciones estimadas &lt; 50 MB total. Si supera 400 MB: upgrade a M2 ($9/mes) o archivar analytics_snapshots históricos.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0040" y="26151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2642616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68680" y="2660904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Sin JOINs cross-motor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642616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46120" y="2660904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Consultas que cruzan PG y Mongo se resuelven en la capa de aplicación en 2 pasos secuenciales. Bridge via postgres_product_id.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0040" y="33649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392424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68680" y="3410712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Sincronización ETL cada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392424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46120" y="3410712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El catálogo puede mostrar datos ligeramente desactualizados. Aceptable por decisión CAP (A+P) en módulo analítico.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4142232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pg_cron en Supabase free tier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4142232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46120" y="4160520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Los jobs de mantenimiento requieren pg_cron disponible en Supabase. Alternativa: script Python en Colab con schedule.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del 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Técnico de Diseño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051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Documento_Tecnico_Diseno_BD_Ecommify.docx — docs/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554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Presentacion_Ejecutiva_Ecommify.pptx — docs/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postgresql/schema/ (00 a 06 scripts)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Esquemas MongoDB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mongodb/schema/collections_schema.json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Google Colab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063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notebooks/Data_Exploration_Analysis.ipynb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566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docs/Extensiones_PostgreSQL_Ecommify.md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La Sabana  ·  </a:t>
            </a:r>
            <a:r>
              <a:rPr lang="en-US" sz="1000" dirty="0" err="1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r>
              <a:rPr lang="en-US" sz="10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000" dirty="0" err="1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r>
              <a:rPr lang="en-US" sz="10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000" dirty="0" err="1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r>
              <a:rPr lang="en-US" sz="10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Datos  · Miguel Alfonso Varela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1384</Words>
  <Application>Microsoft Office PowerPoint</Application>
  <PresentationFormat>Presentación en pantalla (16:9)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Ejecutiva - Arquitectura Hibrida BD Ecommify</dc:title>
  <dc:subject>PptxGenJS Presentation</dc:subject>
  <dc:creator>Equipo Ecommify</dc:creator>
  <cp:lastModifiedBy>Edisson Steven</cp:lastModifiedBy>
  <cp:revision>4</cp:revision>
  <dcterms:created xsi:type="dcterms:W3CDTF">2026-05-22T03:07:21Z</dcterms:created>
  <dcterms:modified xsi:type="dcterms:W3CDTF">2026-05-25T02:24:09Z</dcterms:modified>
</cp:coreProperties>
</file>